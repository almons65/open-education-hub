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d58d8193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d58d8193_3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d58d8193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d58d8193_3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d58d819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d58d8193_3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d58d8193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ad58d8193_3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d58d8193_3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ad58d8193_3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ad58d8193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ad58d8193_3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ad58d8193_3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ad58d8193_3_1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ad58d8193_3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9ad58d8193_3_1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af7b238f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9af7b238f1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af7b238f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9af7b238f1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947000" y="1824975"/>
            <a:ext cx="52500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latin typeface="Arial"/>
                <a:ea typeface="Arial"/>
                <a:cs typeface="Arial"/>
                <a:sym typeface="Arial"/>
              </a:rPr>
              <a:t>The History of Life on Earth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>
            <p:ph type="ctrTitle"/>
          </p:nvPr>
        </p:nvSpPr>
        <p:spPr>
          <a:xfrm>
            <a:off x="1947000" y="3177525"/>
            <a:ext cx="52500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origins, evolution, and diversification of life, emphasizing the dynamic interactions between life forms and their planet.</a:t>
            </a:r>
            <a:endParaRPr b="1" sz="1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90600" y="182575"/>
            <a:ext cx="8229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Biology to Ecology</a:t>
            </a:r>
            <a:endParaRPr b="1" sz="3000" u="sng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series shifts focus from cellular and organismal biology to ecology: the study of interactions between organisms and their environments.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Ecology is complex and influences everything from atmospheric chemistry to climate and geology.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Humans are currently the dominant species impacting the planet.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457200" y="195950"/>
            <a:ext cx="8229600" cy="6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Earth’s Formation and Early Conditions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Earth formed about 4.6 billion years ago as molten rock, gradually cooling to form a dynamic surface driven by internal heat.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Early Earth was hostile: no oxygen atmosphere, volcanic activity, and bombardment by space debris.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Water condensed to form the first seas, creating a chemical “soup” that led to the origin of life.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480975" y="126900"/>
            <a:ext cx="8269800" cy="4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Origin of Life</a:t>
            </a:r>
            <a:endParaRPr b="1" sz="3000" u="sng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Life likely began around 4.4 billion years ago as simple chemical systems (protobionts) with membranes.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RNA was probably the first genetic material, later replaced by more stable DNA.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The earliest life forms were prokaryotes (simple, single-celled organisms without nuclei), similar to modern archaea.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457200" y="175000"/>
            <a:ext cx="8229600" cy="29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Geological Time and Eons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Earth’s history is divided into three eons: Archaean, Proterozoic, and Phanerozoic.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The Archaean eon (~3.9 to 2.5 billion years ago) saw only prokaryotes.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57200" y="142225"/>
            <a:ext cx="8229600" cy="4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The Oxygen Revolution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Cyanobacteria evolved photosynthesis, producing oxygen and drastically changing the atmosphere (~2.4 billion years ago).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This “oxygen revolution” caused mass extinctions of anaerobic organisms and allowed new evolutionary pathways.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It represents an early example of ecological interaction where life alters its environment.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430475" y="160300"/>
            <a:ext cx="82296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Emergence of Eukaryotes and Multicellularity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Eukaryotes (cells with nuclei and organelles) appeared about 2.1 billion years ago, likely via endosymbiosis (one prokaryote engulfing another).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Multicellular organisms appeared around 1.5 billion years ago, starting with algae.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/>
        </p:nvSpPr>
        <p:spPr>
          <a:xfrm>
            <a:off x="430475" y="160300"/>
            <a:ext cx="8229600" cy="21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Cambrian Explosion (~535 million years ago)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Rapid diversification of animal life with new features like shells, skeletons, and predation.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Marked the start of the Phanerozoic eon, which continues today.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/>
        </p:nvSpPr>
        <p:spPr>
          <a:xfrm>
            <a:off x="430475" y="160300"/>
            <a:ext cx="82296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Colonization of Land and Ecosystem Development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By the Ordovician Period (~500 million years ago), plants, fungi, and animals began colonizing land.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Devonian Period (~365 million years ago) saw the rise of tetrapods and arthropods on land.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Carboniferous Period (~359–299 million years ago) featured massive forests producing fossil fuels and oxygen levels up to 35%, which altered climate and led to a crash in ecosystems.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/>
        </p:nvSpPr>
        <p:spPr>
          <a:xfrm>
            <a:off x="430475" y="160300"/>
            <a:ext cx="8229600" cy="4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Permian Period and Mass Extinction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Formation of Pangaea altered climate and ocean currents.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The Permian-Triassic Extinction (~252 million years ago) was the largest mass extinction, wiping out most marine and terrestrial species.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Causes possibly include asteroid impacts, volcanic eruptions, methane release, and climate change.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/>
        </p:nvSpPr>
        <p:spPr>
          <a:xfrm>
            <a:off x="430475" y="160300"/>
            <a:ext cx="82296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Rise of Dinosaurs and Mesozoic Era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Dinosaurs evolved in the Triassic period, filling vacant ecological niches.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Jurassic period (~199–145 million years ago) was dominated by diverse dinosaurs, marine reptiles, pterosaurs, early birds, and small mammals.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/>
        </p:nvSpPr>
        <p:spPr>
          <a:xfrm>
            <a:off x="430475" y="160300"/>
            <a:ext cx="8229600" cy="3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End of Dinosaurs and Rise of Mammals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Dinosaurs (except birds) went extinct about 65 million years ago, likely due to an asteroid impact.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Flowering plants (angiosperms) and flying insects </a:t>
            </a:r>
            <a:r>
              <a:rPr lang="en-GB" sz="2400">
                <a:solidFill>
                  <a:schemeClr val="dk1"/>
                </a:solidFill>
              </a:rPr>
              <a:t>coevolved</a:t>
            </a:r>
            <a:r>
              <a:rPr lang="en-GB" sz="2400">
                <a:solidFill>
                  <a:schemeClr val="dk1"/>
                </a:solidFill>
              </a:rPr>
              <a:t>, illustrating ecological co-evolution.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Mammals and birds diversified after dinosaur extinction, leading to modern ecosystems.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/>
        </p:nvSpPr>
        <p:spPr>
          <a:xfrm>
            <a:off x="430475" y="160300"/>
            <a:ext cx="8229600" cy="29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Ecology as a Science of Interactions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Ecology studies the ongoing action and reaction between life and environment.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Human activities, such as burning fossil fuels, are now major ecological forces influencing climate.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/>
        </p:nvSpPr>
        <p:spPr>
          <a:xfrm>
            <a:off x="430475" y="160300"/>
            <a:ext cx="8229600" cy="55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Key Points</a:t>
            </a:r>
            <a:endParaRPr b="1" sz="30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800">
                <a:solidFill>
                  <a:schemeClr val="dk1"/>
                </a:solidFill>
              </a:rPr>
              <a:t>Origin of Life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 u="sng">
              <a:solidFill>
                <a:schemeClr val="hlink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Formation of protobionts (membrane-bound chemical systems)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Development of RNA and transition to DNA as genetic material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Evolution of prokaryotes (archaea and bacteria)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800">
                <a:solidFill>
                  <a:schemeClr val="dk1"/>
                </a:solidFill>
              </a:rPr>
              <a:t>Evolutionary Milestones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Oxygen production by cyanobacteria leading to atmospheric changes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Endosymbiosis leading to eukaryotic cells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Cambrian Explosion driving animal diversification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Colonization of land by plants and animals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Mass extinctions reshaping biodiversity and ecological niches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800">
                <a:solidFill>
                  <a:schemeClr val="dk1"/>
                </a:solidFill>
              </a:rPr>
              <a:t>Ecological Principles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Organisms alter their environments (e.g., oxygen revolution, Carboniferous forests)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Ecological niches as combinations of resources and living conditions exploited by species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Co-evolution between species (e.g., flowering plants and insects)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Impact of mass extinctions on evolutionary trajectories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