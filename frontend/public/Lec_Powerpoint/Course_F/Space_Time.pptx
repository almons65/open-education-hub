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f7b238f1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f7b238f1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f7b238f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f7b238f1_2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f7b238f1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f7b238f1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f7b238f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f7b238f1_2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f7b238f1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f7b238f1_2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f7b238f1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f7b238f1_2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f7b238f1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f7b238f1_2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f7b238f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af7b238f1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065450" y="1758200"/>
            <a:ext cx="70131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Arial"/>
                <a:ea typeface="Arial"/>
                <a:cs typeface="Arial"/>
                <a:sym typeface="Arial"/>
              </a:rPr>
              <a:t>Space-Time Relativity Decoded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037250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relativistic effects, the nature of electromagnetic fields, the limitations of special relativity, the development of general relativity, and extensions into quantum theories and higher dimensions.</a:t>
            </a:r>
            <a:endParaRPr b="1" sz="1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5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Relativity of Space and Time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Space and time are not absolute but interdependent, especially at speeds close to the speed of light.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Phenomena such as </a:t>
            </a:r>
            <a:r>
              <a:rPr b="1" lang="en-GB" sz="2400">
                <a:solidFill>
                  <a:schemeClr val="dk1"/>
                </a:solidFill>
              </a:rPr>
              <a:t>length contraction</a:t>
            </a:r>
            <a:r>
              <a:rPr lang="en-GB" sz="2400">
                <a:solidFill>
                  <a:schemeClr val="dk1"/>
                </a:solidFill>
              </a:rPr>
              <a:t> and </a:t>
            </a:r>
            <a:r>
              <a:rPr b="1" lang="en-GB" sz="2400">
                <a:solidFill>
                  <a:schemeClr val="dk1"/>
                </a:solidFill>
              </a:rPr>
              <a:t>time dilation</a:t>
            </a:r>
            <a:r>
              <a:rPr lang="en-GB" sz="2400">
                <a:solidFill>
                  <a:schemeClr val="dk1"/>
                </a:solidFill>
              </a:rPr>
              <a:t> illustrate this interdependence.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To maintain the constancy of the speed of light, space and time adjust relative to the observer’s motion.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At everyday (low) speeds, space and time appear absolute; at relativistic speeds, they become coupled and variable.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3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Analogy of Responsiveness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Space-time behaves like a system that responds only when certain limits (e.g., high velocity) are reached.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This is similar to how a physical object responds only when hit at its resonant frequency.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This analogy explains why relativistic effects are not observed at everyday speeds.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57200" y="195950"/>
            <a:ext cx="8229600" cy="4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Maxwell’s Equations and Electromagnetic Fields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Maxwell’s equations relate the spatial and temporal variations of electric (E) and magnetic (B) fields.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Einstein’s PhD work involved these equations, focusing on the relationship between changing electric and magnetic fields.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Electric and magnetic fields are not fundamentally different; their observed differences depend on the observer’s frame of reference.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For example, a charged particle at rest produces an electric field; if moving relative to an observer, it also appears to produce a magnetic field.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frame-dependence shows electric and magnetic fields are aspects of a unified electromagnetic field.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195950"/>
            <a:ext cx="82296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Frames of Reference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theory applies strictly to </a:t>
            </a:r>
            <a:r>
              <a:rPr b="1" lang="en-GB" sz="2400">
                <a:solidFill>
                  <a:schemeClr val="dk1"/>
                </a:solidFill>
              </a:rPr>
              <a:t>inertial frames</a:t>
            </a:r>
            <a:r>
              <a:rPr lang="en-GB" sz="2400">
                <a:solidFill>
                  <a:schemeClr val="dk1"/>
                </a:solidFill>
              </a:rPr>
              <a:t> (non-accelerating frames moving at constant velocity).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Accelerated (non-inertial) frames require a different approach, leading to the development of general relativity.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195950"/>
            <a:ext cx="8229600" cy="3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Interdependence of Mass, Matter, Space, and Time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Mass is defined as the quantity of matter.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Matter occupies space.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Space is defined by the distance traveled in a given time.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Time is defined by the interval during which motion occurs.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circular definition shows space and time are inseparable and coupled through motion.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195950"/>
            <a:ext cx="8229600" cy="3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Special Theory of Relativity and Its Limitations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Special relativity explains many phenomena but cannot hand</a:t>
            </a:r>
            <a:r>
              <a:rPr lang="en-GB" sz="1800">
                <a:solidFill>
                  <a:schemeClr val="dk1"/>
                </a:solidFill>
              </a:rPr>
              <a:t>le accelerated frames.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Paradoxes such as the </a:t>
            </a:r>
            <a:r>
              <a:rPr b="1" lang="en-GB" sz="1800">
                <a:solidFill>
                  <a:schemeClr val="dk1"/>
                </a:solidFill>
              </a:rPr>
              <a:t>twin paradox</a:t>
            </a:r>
            <a:r>
              <a:rPr lang="en-GB" sz="1800">
                <a:solidFill>
                  <a:schemeClr val="dk1"/>
                </a:solidFill>
              </a:rPr>
              <a:t> arise from incorrect application of special relativity to non-inertial frames.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twin paradox involves one twin traveling at high speed and returning younger than the twin who stayed on Earth.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paradox is resolved by recognizing that acceleration breaks the inertial frame assumption.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7200" y="195950"/>
            <a:ext cx="8229600" cy="4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General Theory of Relativity</a:t>
            </a:r>
            <a:endParaRPr b="1" sz="30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Developed by Einstein over about ten years after special relativity to include acceleration.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Introduces gravity not as a force but as curvature of space-time caused by mass-energy.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Space-time is a “fabric” that is flat in the absence of mass but curved in its presence.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General relativity involves highly advanced mathematics, developed with mathematicians’ help.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Predictions such as gravitational waves took about 100 years to be experimentally confirmed.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457200" y="195950"/>
            <a:ext cx="82296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Concept of Zero and Vacuum in Physics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Absolute zero or perfect vacuum is a theoretical construct, not physically attainable.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Zero plays a complex role in mathematics and physics; it can represent “nothing” but behaves in nuanced ways in equations.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/>
        </p:nvSpPr>
        <p:spPr>
          <a:xfrm>
            <a:off x="457200" y="195950"/>
            <a:ext cx="8229600" cy="3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/>
              <a:t>Quantum Field Theory</a:t>
            </a:r>
            <a:r>
              <a:rPr b="1" lang="en-GB" sz="2400">
                <a:solidFill>
                  <a:schemeClr val="dk1"/>
                </a:solidFill>
              </a:rPr>
              <a:t> and Higher Dimensions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At very small scales (quantum level), very high speeds, and beyond classical fields, quantum field theory (QFT) becomes necessary.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Maxwell’s four classical equations unify into a single relativistic quantum equation in QFT.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Theories extend into multiple dimensions (up to 11 in string theory), aiming to unify all forces and particles.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These advanced theories attempt to explain fundamental forces and the nature of reality beyond classical and relativistic physics.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/>
        </p:nvSpPr>
        <p:spPr>
          <a:xfrm>
            <a:off x="457200" y="195950"/>
            <a:ext cx="8229600" cy="5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Key Points Summary</a:t>
            </a:r>
            <a:endParaRPr b="1" sz="24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Relativity of space and time: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Space and time adjust to keep the speed of light constant.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Length contraction and time dilation occur at relativistic speeds.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Electromagnetic fields and frames of reference: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Electric and magnetic fields are frame-dependent manifestations of the same phenomenon.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Inertial frames see switching between electric and magnetic fields.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Limitations of special relativity: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Only valid for inertial (non-accelerated) frames.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Accelerated frames require general relativity.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Twin paradox explanation: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Paradox arises from applying special relativity to accelerated frames incorrectly.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Proper treatment requires general relativity.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General relativity: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Gravity as curvature of space-time fabric.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Developed over ten years with advanced mathematics.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Predicts phenomena like gravitational waves.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Conceptual understanding of zero and vacuum: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Zero is a complex concept in physics and math, not physically realizable.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Quantum field theory and higher dimensions: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Unifies electromagnetism and quantum mechanics.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Extends beyond four-dimensional space-time.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Includes theories like string theory with up to 11 dimensions.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