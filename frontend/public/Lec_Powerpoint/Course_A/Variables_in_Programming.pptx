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 to Variables in Programming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concise overview of variable types and their uses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4000" b="1">
                <a:solidFill>
                  <a:srgbClr val="003366"/>
                </a:solidFill>
              </a:defRPr>
            </a:pPr>
            <a:r>
              <a:t>What is a Variable</a:t>
            </a:r>
          </a:p>
          <a:p>
            <a:pPr>
              <a:defRPr sz="2400">
                <a:solidFill>
                  <a:srgbClr val="323232"/>
                </a:solidFill>
              </a:defRPr>
            </a:pPr>
            <a:r>
              <a:t>• A container that stores data used in programs.</a:t>
            </a:r>
          </a:p>
          <a:p>
            <a:pPr>
              <a:defRPr sz="2400">
                <a:solidFill>
                  <a:srgbClr val="323232"/>
                </a:solidFill>
              </a:defRPr>
            </a:pPr>
            <a:r>
              <a:t>• Essential for handling input, output, and data manipulation.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4000" b="1">
                <a:solidFill>
                  <a:srgbClr val="003366"/>
                </a:solidFill>
              </a:defRPr>
            </a:pPr>
            <a:r>
              <a:t>Types of Variables</a:t>
            </a:r>
          </a:p>
          <a:p>
            <a:pPr>
              <a:defRPr sz="2400">
                <a:solidFill>
                  <a:srgbClr val="323232"/>
                </a:solidFill>
              </a:defRPr>
            </a:pPr>
            <a:r>
              <a:t>• Int – Whole numbers without decimals.</a:t>
            </a:r>
          </a:p>
          <a:p>
            <a:pPr>
              <a:defRPr sz="2400">
                <a:solidFill>
                  <a:srgbClr val="323232"/>
                </a:solidFill>
              </a:defRPr>
            </a:pPr>
            <a:r>
              <a:t>• Boolean – True/False values for logic control.</a:t>
            </a:r>
          </a:p>
          <a:p>
            <a:pPr>
              <a:defRPr sz="2400">
                <a:solidFill>
                  <a:srgbClr val="323232"/>
                </a:solidFill>
              </a:defRPr>
            </a:pPr>
            <a:r>
              <a:t>• Float/Double – Decimal numbers with varying precision.</a:t>
            </a:r>
          </a:p>
          <a:p>
            <a:pPr>
              <a:defRPr sz="2400">
                <a:solidFill>
                  <a:srgbClr val="323232"/>
                </a:solidFill>
              </a:defRPr>
            </a:pPr>
            <a:r>
              <a:t>• String – Sequence of characters for text data.</a:t>
            </a:r>
          </a:p>
          <a:p>
            <a:pPr>
              <a:defRPr sz="2400">
                <a:solidFill>
                  <a:srgbClr val="323232"/>
                </a:solidFill>
              </a:defRPr>
            </a:pPr>
            <a:r>
              <a:t>• Character – Single character, e.g., key inputs.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4000" b="1">
                <a:solidFill>
                  <a:srgbClr val="003366"/>
                </a:solidFill>
              </a:defRPr>
            </a:pPr>
            <a:r>
              <a:t>Importance of Variables</a:t>
            </a:r>
          </a:p>
          <a:p>
            <a:pPr>
              <a:defRPr sz="2400">
                <a:solidFill>
                  <a:srgbClr val="323232"/>
                </a:solidFill>
              </a:defRPr>
            </a:pPr>
            <a:r>
              <a:t>• Store dynamic data and user input.</a:t>
            </a:r>
          </a:p>
          <a:p>
            <a:pPr>
              <a:defRPr sz="2400">
                <a:solidFill>
                  <a:srgbClr val="323232"/>
                </a:solidFill>
              </a:defRPr>
            </a:pPr>
            <a:r>
              <a:t>• Enable computation and logic decisions.</a:t>
            </a:r>
          </a:p>
          <a:p>
            <a:pPr>
              <a:defRPr sz="2400">
                <a:solidFill>
                  <a:srgbClr val="323232"/>
                </a:solidFill>
              </a:defRPr>
            </a:pPr>
            <a:r>
              <a:t>• Allow reusability and flexibility in code.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4000" b="1">
                <a:solidFill>
                  <a:srgbClr val="003366"/>
                </a:solidFill>
              </a:defRPr>
            </a:pPr>
            <a:r>
              <a:t>Example Use Case</a:t>
            </a:r>
          </a:p>
          <a:p>
            <a:pPr>
              <a:defRPr sz="2400">
                <a:solidFill>
                  <a:srgbClr val="323232"/>
                </a:solidFill>
              </a:defRPr>
            </a:pPr>
            <a:r>
              <a:t>• Example: "Your name is " + name creates personalized output.</a:t>
            </a:r>
          </a:p>
          <a:p>
            <a:pPr>
              <a:defRPr sz="2400">
                <a:solidFill>
                  <a:srgbClr val="323232"/>
                </a:solidFill>
              </a:defRPr>
            </a:pPr>
            <a:r>
              <a:t>• Variables can be used in arithmetic operations and condition checks.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4000" b="1">
                <a:solidFill>
                  <a:srgbClr val="003366"/>
                </a:solidFill>
              </a:defRPr>
            </a:pPr>
            <a:r>
              <a:t>Key Takeaways</a:t>
            </a:r>
          </a:p>
          <a:p>
            <a:pPr>
              <a:defRPr sz="2400">
                <a:solidFill>
                  <a:srgbClr val="323232"/>
                </a:solidFill>
              </a:defRPr>
            </a:pPr>
            <a:r>
              <a:t>• Variables are fundamental to all programming languages.</a:t>
            </a:r>
          </a:p>
          <a:p>
            <a:pPr>
              <a:defRPr sz="2400">
                <a:solidFill>
                  <a:srgbClr val="323232"/>
                </a:solidFill>
              </a:defRPr>
            </a:pPr>
            <a:r>
              <a:t>• Different types serve different data needs.</a:t>
            </a:r>
          </a:p>
          <a:p>
            <a:pPr>
              <a:defRPr sz="2400">
                <a:solidFill>
                  <a:srgbClr val="323232"/>
                </a:solidFill>
              </a:defRPr>
            </a:pPr>
            <a:r>
              <a:t>• Understanding types improves code efficiency and clarity.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