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ad58d8193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ad58d8193_5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d58d8193_5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9ad58d8193_5_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ad58d8193_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9ad58d8193_5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ad58d8193_5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9ad58d8193_5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How </a:t>
            </a:r>
            <a:r>
              <a:rPr lang="en-GB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Manipulate Variable</a:t>
            </a:r>
            <a:endParaRPr/>
          </a:p>
        </p:txBody>
      </p:sp>
      <p:sp>
        <p:nvSpPr>
          <p:cNvPr id="130" name="Google Shape;130;p2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GB"/>
              <a:t>how variables function within a program's memory and how they are used to store and update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457200" y="342900"/>
            <a:ext cx="8229600" cy="4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Memory Allocation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computer creates a space in memory to store the variable's name and content.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This is analogous to creating a labeled box in a storage facility.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Variables hold data such as integers, strings, or other data types.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contents of the "box" represent the variable's value.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/>
        </p:nvSpPr>
        <p:spPr>
          <a:xfrm>
            <a:off x="457200" y="342900"/>
            <a:ext cx="8229600" cy="46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Referencing Variables</a:t>
            </a:r>
            <a:endParaRPr b="1" sz="4000">
              <a:solidFill>
                <a:srgbClr val="0033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Assigning one variable to another makes them point to the same memory location.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Instead of creating a new box with the same contents, a new label is added to the existing box.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Variables can be updated throughout the code.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Updating a variable is like replacing the contents of the box with a new value.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 txBox="1"/>
          <p:nvPr/>
        </p:nvSpPr>
        <p:spPr>
          <a:xfrm>
            <a:off x="457200" y="342900"/>
            <a:ext cx="8229600" cy="4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rPr>
              <a:t>Dynamic Updates and Applications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Variables are essential for dynamically updating values.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In RPGs, variables track character stats like attack, defense, and mana.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Variables are placeholders in memory that can be updated.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 sz="2400">
                <a:solidFill>
                  <a:srgbClr val="323232"/>
                </a:solidFill>
                <a:latin typeface="Calibri"/>
                <a:ea typeface="Calibri"/>
                <a:cs typeface="Calibri"/>
                <a:sym typeface="Calibri"/>
              </a:rPr>
              <a:t>The location remains constant, but the value it holds can change.</a:t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2323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