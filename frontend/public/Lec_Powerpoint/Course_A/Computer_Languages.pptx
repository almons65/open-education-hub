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embeddedFontLst>
    <p:embeddedFont>
      <p:font typeface="Poppi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B36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💻 Introduction to Computer Languages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Learn how humans communicate with computers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E5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 to Language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Language = set of instructions for communication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Communication requires rules/grammar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Examples: English, Telugu, Hindi</a:t>
            </a:r>
            <a:endParaRPr/>
          </a:p>
        </p:txBody>
      </p:sp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4450" y="38895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FFC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Language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Set of instructions for computers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Programs create applications/software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Example: Calculator program solves math quickly</a:t>
            </a:r>
            <a:endParaRPr/>
          </a:p>
        </p:txBody>
      </p:sp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6000" y="38895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CE5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for Computer Languages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Computers require precise instructions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Humans interact using computer languages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Essential for human-machine interaction</a:t>
            </a:r>
            <a:endParaRPr/>
          </a:p>
        </p:txBody>
      </p:sp>
      <p:pic>
        <p:nvPicPr>
          <p:cNvPr descr="image.png" id="106" name="Google Shape;1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38895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C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Communicate with Machines?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Communication requires passing instructions to machines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Simple vs complex calculations (factorial example)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Machines process operations efficiently with correct instructions</a:t>
            </a:r>
            <a:endParaRPr/>
          </a:p>
        </p:txBody>
      </p:sp>
      <p:pic>
        <p:nvPicPr>
          <p:cNvPr descr="image.png" id="113" name="Google Shape;1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9225" y="125393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E5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Languages &amp; Machine Code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Computers understand only binary (1s and 0s)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Humans cannot write binary easily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Programming languages bridge the gap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Examples: C, C++, Java, .NET</a:t>
            </a:r>
            <a:endParaRPr/>
          </a:p>
        </p:txBody>
      </p:sp>
      <p:pic>
        <p:nvPicPr>
          <p:cNvPr descr="image.png" id="120" name="Google Shape;1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8525" y="924280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FFC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 Programs</a:t>
            </a:r>
            <a:endParaRPr/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Programs = set of instructions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Example: simple addition program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Instructions = source code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Source code must be converted to machine code</a:t>
            </a:r>
            <a:endParaRPr/>
          </a:p>
        </p:txBody>
      </p:sp>
      <p:pic>
        <p:nvPicPr>
          <p:cNvPr descr="image.png" id="127" name="Google Shape;12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6825" y="38895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CCE5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 of Compiler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Compiler converts source code → machine code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Enables computers to execute instructions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Example: ATM machine automation</a:t>
            </a:r>
            <a:endParaRPr/>
          </a:p>
        </p:txBody>
      </p:sp>
      <p:pic>
        <p:nvPicPr>
          <p:cNvPr descr="image.png" id="134" name="Google Shape;1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525" y="38895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C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Interfaces for End Users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End users don’t need programming knowledge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Interface mediates user → system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Example: ATM machine interface</a:t>
            </a:r>
            <a:endParaRPr/>
          </a:p>
        </p:txBody>
      </p:sp>
      <p:pic>
        <p:nvPicPr>
          <p:cNvPr descr="image.png" id="141" name="Google Shape;1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4925" y="43015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E5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User Interaction</a:t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Users interact with interface, not machine code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Programmer builds interface behind the scenes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Computer languages create user-friendly applications</a:t>
            </a:r>
            <a:endParaRPr/>
          </a:p>
        </p:txBody>
      </p:sp>
      <p:pic>
        <p:nvPicPr>
          <p:cNvPr descr="image.png" id="148" name="Google Shape;1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3550" y="38895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FFCC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Computer languages = communication tool with machines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Programs convert instructions to machine-readable format</a:t>
            </a:r>
            <a:endParaRPr/>
          </a:p>
          <a:p>
            <a:pPr indent="-342900" lvl="0" marL="342900" rtl="0" algn="l">
              <a:spcBef>
                <a:spcPts val="1360"/>
              </a:spcBef>
              <a:spcAft>
                <a:spcPts val="0"/>
              </a:spcAft>
              <a:buClr>
                <a:srgbClr val="222222"/>
              </a:buClr>
              <a:buSzPts val="1800"/>
              <a:buChar char="•"/>
            </a:pPr>
            <a:r>
              <a:rPr lang="en-US" sz="1800">
                <a:solidFill>
                  <a:srgbClr val="222222"/>
                </a:solidFill>
                <a:latin typeface="Poppins"/>
                <a:ea typeface="Poppins"/>
                <a:cs typeface="Poppins"/>
                <a:sym typeface="Poppins"/>
              </a:rPr>
              <a:t>Interfaces simplify interaction for end users</a:t>
            </a:r>
            <a:endParaRPr/>
          </a:p>
        </p:txBody>
      </p:sp>
      <p:pic>
        <p:nvPicPr>
          <p:cNvPr descr="image.png" id="155" name="Google Shape;1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8925" y="388955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