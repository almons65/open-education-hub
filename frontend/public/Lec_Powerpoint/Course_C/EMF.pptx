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d58d8193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ad58d8193_5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d58d8193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9ad58d8193_3_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ad58d8193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ad58d8193_3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ad58d8193_3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ad58d8193_3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amazon.com/dp/B007WDGZLQ?tag=dtdgstoreid08-20" TargetMode="External"/><Relationship Id="rId4" Type="http://schemas.openxmlformats.org/officeDocument/2006/relationships/hyperlink" Target="https://www.amazon.com/dp/B08FD1XVL6?tag=dtdgstoreid08-2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amazon.com/dp/B07FM2QFQK?tag=dtdgstoreid08-20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amazon.com/dp/B007WDGZLQ?tag=dtdgstoreid08-20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amazon.com/dp/B08FD1XVL6?tag=dtdgstoreid08-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Calibri"/>
              <a:buNone/>
            </a:pPr>
            <a:r>
              <a:rPr lang="en-GB" sz="5200"/>
              <a:t>Induced Electromotive force (EMF)</a:t>
            </a:r>
            <a:endParaRPr sz="5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/>
        </p:nvSpPr>
        <p:spPr>
          <a:xfrm>
            <a:off x="457200" y="28950"/>
            <a:ext cx="8229600" cy="30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A metal rod (length = 0.5 m) slides to the right at 2 m/s.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 rod moves in a uniform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magnetic fields of 5 Tesla.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 metal rails form a circuit connected to a 10-ohm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resistor.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/>
        </p:nvSpPr>
        <p:spPr>
          <a:xfrm>
            <a:off x="457200" y="42300"/>
            <a:ext cx="8229600" cy="3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Magnetic Flux and Induced emf</a:t>
            </a:r>
            <a:endParaRPr b="1" sz="4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Magnetic flux through a coil depends on the magnetic field strength and the coil’s position relative to the field.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 induced emf is proportional to the rate of change of</a:t>
            </a:r>
            <a:r>
              <a:rPr lang="en-GB" sz="18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800">
                <a:solidFill>
                  <a:schemeClr val="dk1"/>
                </a:solidFill>
              </a:rPr>
              <a:t>magnetic flux.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The negative sign in Faraday’s law indicates the induced emf opposes the change in flux.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/>
        </p:nvSpPr>
        <p:spPr>
          <a:xfrm>
            <a:off x="483925" y="0"/>
            <a:ext cx="82296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2"/>
                </a:solidFill>
              </a:rPr>
              <a:t>Induced EMF Calculation</a:t>
            </a:r>
            <a:endParaRPr b="1" sz="2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587850" y="1055400"/>
            <a:ext cx="8269800" cy="4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Faraday’s Law states: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Induced emf = -N Delta Phi / Delta 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where magnetic flux (Phi = B times A / cos theta).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The</a:t>
            </a:r>
            <a:r>
              <a:rPr lang="en-GB" sz="12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200">
                <a:solidFill>
                  <a:schemeClr val="dk1"/>
                </a:solidFill>
              </a:rPr>
              <a:t>magnetic fields (B) is constant and parallel to the normal of the loop’s face, so (cos theta = 1).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The change in magnetic flux (Delta Phi) is due to the change in the enclosed area (A), which increases as the rod moves.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Area change: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Delta A = l times Delta x = l times v times Delta 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Canceling (Delta t), the induced emf becomes: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emf = B times l times v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Substituting values: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[5, T times 0.5 , m times 2 , m/s = 5 V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/>
        </p:nvSpPr>
        <p:spPr>
          <a:xfrm>
            <a:off x="457200" y="-100200"/>
            <a:ext cx="8229600" cy="54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Current in the Circuit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Using Ohm’s Law: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I = emf / R = 5 V / 10 Omega = 0.5 A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Electric Field in the Rod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Electric field (E) is voltage per unit length: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E = emf / l = 5 V / 0.5 m = 10 V/m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500">
                <a:solidFill>
                  <a:schemeClr val="dk1"/>
                </a:solidFill>
              </a:rPr>
              <a:t>Energy Dissipated by the Resistor</a:t>
            </a:r>
            <a:endParaRPr b="1" sz="1500" u="sng">
              <a:solidFill>
                <a:schemeClr val="hlink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Energy dissipated over time (t):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E = P times t = V times I times t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For 5 seconds: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5 V times 0.5 A times 5 s = 12.5 J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457200" y="-100200"/>
            <a:ext cx="8229600" cy="52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dk2"/>
                </a:solidFill>
              </a:rPr>
              <a:t>Force Required to Pull the Rod</a:t>
            </a:r>
            <a:endParaRPr b="1" sz="24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Work done by force equals energy dissipated: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 = F times d = 12.5 J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Displacement: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d = v times t = 2 m/s times 5 s = 10 m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Force: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F = W / d = 12.5 J / 10 m = 1.25 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Alternatively, force can be derived from magnetic force on the wire: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F = I times l times B = 0.5 A times 0.5 m times 5 T = 1.25 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This force opposes the magnetic force produced by the current in the conductor; the applied force must at least match this to keep the rod moving.</a:t>
            </a:r>
            <a:endParaRPr b="1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/>
        </p:nvSpPr>
        <p:spPr>
          <a:xfrm>
            <a:off x="430475" y="160300"/>
            <a:ext cx="8229600" cy="6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Calculate induced emf using: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emf = B l v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Calculate current using: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 = emf / R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Calculate electric field in the rod using: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 = emf / l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Calculate energy dissipated in</a:t>
            </a: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>
                <a:solidFill>
                  <a:schemeClr val="dk1"/>
                </a:solidFill>
              </a:rPr>
              <a:t>resistor over time using: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E = V I t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Calculate displacement: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d = v 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Calculate force needed to pull the rod either by: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Work-energy relation: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F = W / d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1100">
                <a:solidFill>
                  <a:schemeClr val="dk1"/>
                </a:solidFill>
              </a:rPr>
              <a:t>Magnetic force formula: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F = I l B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GB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