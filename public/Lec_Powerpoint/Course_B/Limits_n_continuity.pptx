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d58d8193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d58d8193_3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d58d8193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ad58d8193_3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d58d8193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ad58d8193_3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ad58d8193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ad58d8193_3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Limits and Continuity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GB"/>
              <a:t>d</a:t>
            </a:r>
            <a:r>
              <a:rPr lang="en-GB"/>
              <a:t>irect substitution, factoring, complex fractions, conjugates, and the squeeze theorem to evaluate limits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57200" y="28950"/>
            <a:ext cx="822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Direct Substitution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If plugging in the value does not result in a zero in the denominator, direct substitution can be used.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Evaluating the limit of (x^2 + 7x + 6) / (x + 2) as x approaches 2.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Substituting x = 2 gives (4 + 14 + 6) / 4 = 24 / 4 = 6.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42300"/>
            <a:ext cx="8229600" cy="53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Factoring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If direct substitution leads to a zero in the denominator, factor the numerator and/or denominator.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Evaluating the limit of (x^2 + 2x - 15) / (x^2 - 9) as x approaches 3.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Factor the numerator: (x + 5)(x - 3).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Factor the denominator: (x + 3)(x - 3).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Cancel the common factor (x - 3).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Evaluate the limit of (x + 5) / (x + 3) as x approaches 3: (3 + 5) / (3 + 3) = 8 / 6 = 4 / 3.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83925" y="0"/>
            <a:ext cx="8229600" cy="5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Complex Fractions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For complex fractions, multiply the numerator and denominator by the common denominator.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Evaluating the limit of (1/x - 1/4) / (x - 4) as x approaches 4.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Multiply the top and bottom by 4x: (4 - x) / (4x(x - 4)).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Factor out a -1: -(x - 4) / (4x(x - 4)).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Cancel the common factor (x - 4).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Evaluate the limit of -1 / (4x) as x approaches 4: -1 / (4 * 4) = -1 / 16.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83925" y="0"/>
            <a:ext cx="8229600" cy="55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Conjugates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2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When dealing with square roots, multiply the numerator and denominator by the conjugate.</a:t>
            </a:r>
            <a:endParaRPr sz="22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2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Evaluating the limit of (√x - 4) / (x - 16) as x approaches 16.</a:t>
            </a:r>
            <a:endParaRPr sz="22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Multiply the top and bottom by the conjugate (√x + 4).</a:t>
            </a:r>
            <a:endParaRPr sz="22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numerator becomes x - 16.</a:t>
            </a:r>
            <a:endParaRPr sz="22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expression becomes (x - 16) / ((x - 16)(√x + 4)).</a:t>
            </a:r>
            <a:endParaRPr sz="22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Cancel the common factor (x - 16).</a:t>
            </a:r>
            <a:endParaRPr sz="22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2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Evaluate the limit of 1 / (√x + 4) as x approaches 16: 1 / (√16 + 4) = 1 / (4 + 4) = 1 / 8.</a:t>
            </a:r>
            <a:endParaRPr sz="22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-100200"/>
            <a:ext cx="8229600" cy="57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One-Sided Limits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Check both the left-hand and right-hand limits when direct substitution results in an indeterminate form like 0/0.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Evaluating the limit of |x - 7| / (x - 7) as x approaches 7.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Left-hand limit (x approaches 7 from the left): Plug in 6.9. The result is -1.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Right-hand limit (x approaches 7 from the right): Plug in 7.1. The result is 1.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Since the left-hand limit and right-hand limit are not equal, the limit does not exist.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-100200"/>
            <a:ext cx="8229600" cy="53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Trigonometric Limits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Use trigonometric identities to simplify the expression.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Evaluating the limit of tan(3x) / (5x) as x approaches 0.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Rewrite tan(3x) as sin(3x) / cos(3x).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expression becomes (sin(3x) / cos(3x)) * (1 / 5x).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Multiply the numerator and denominator by 3 to get (sin(3x) / 3x) * (3 / (5 * cos(3x))).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Use the fact that the limit of sin(y) / y as y approaches 0 is 1.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Evaluate the limit: 1 * (3 / (5 * cos(0))) = 3 / 5.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457200" y="-100200"/>
            <a:ext cx="8229600" cy="53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Horizontal Asymptotes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To find the horizontal asymptote, evaluate the limit as x approaches infinity.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Finding the horizontal asymptote of (5x + 8x^2) / (3x + 2x^2 + 5).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As x becomes very large, the dominant terms are 8x^2 and 2x^2.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expression simplifies to 8x^2 / 2x^2.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Cancel the x^2 terms, resulting in 8 / 2 = 4. y=4 is the horizontal asymptote.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/>
        </p:nvSpPr>
        <p:spPr>
          <a:xfrm>
            <a:off x="457200" y="-100200"/>
            <a:ext cx="8229600" cy="57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Squeeze Theorem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If h(x) &lt;= f(x) &lt;= g(x) and the limits of h(x) and g(x) as x approaches a are equal, then the limit of f(x) as x approaches a is the same.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Evaluating the limit of x * sin(1/x) as x approaches 0.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sin(1/x) is always between -1 and 1.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Therefore, -x &lt;= x * sin(1/x) &lt;= x.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limit of -x as x approaches 0 is 0.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limit of x as x approaches 0 is 0.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3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By the squeeze theorem, the limit of x * sin(1/x) as x approaches 0 is 0.</a:t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/>
        </p:nvSpPr>
        <p:spPr>
          <a:xfrm>
            <a:off x="457200" y="-100200"/>
            <a:ext cx="8229600" cy="57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Intermediate Value Theorem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Intermediate Value Theorem (IVT) states that if f is continuous on [a, b] and f(a) ≠ f(b), then for any k between f(a) and f(b), there exists a c in (a, b) such that f(c) = k.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Verify the IVT applies to f(x) = x^2 + 4x - 5 on [0, 2] and find the value of c such that f(c) = 0.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f(0) = -5 and f(2) = 7.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Since 0 is between -5 and 7, the IVT applies.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Set f(c) = 0: c^2 + 4c - 5 = 0.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Factor: (c + 5)(c - 1) = 0.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solutions are c = -5 and c = 1. Since c must be in the interval [0, 2], c = 1.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/>
        </p:nvSpPr>
        <p:spPr>
          <a:xfrm>
            <a:off x="457200" y="-100200"/>
            <a:ext cx="8229600" cy="49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Continuity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For a function to be continuous at x = a, the left and right limits must be equal at that point.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Example: Find the value of c that makes the function continuous at x = 2, where f(x) = 7x^2 + cx for x &lt;= 2 and f(x) = 2x^3 + 5c + 3 for x &gt; 2.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Set the two functions equal to each other at x = 2: 7(2)^2 + c(2) = 2(2)^3 + 5c + 3.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Simplify: 28 + 2c = 16 + 5c + 3.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Combine like terms: 28 + 2c = 19 + 5c.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1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Solve for c: 9 = 3c, so c = 3.</a:t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