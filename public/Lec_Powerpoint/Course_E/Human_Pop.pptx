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f7b238f1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af7b238f1_2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f7b238f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f7b238f1_2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f7b238f1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f7b238f1_2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f7b238f1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f7b238f1_2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f7b238f1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af7b238f1_2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f7b238f1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af7b238f1_2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f7b238f1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af7b238f1_2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908600" y="1845050"/>
            <a:ext cx="53268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200">
                <a:latin typeface="Arial"/>
                <a:ea typeface="Arial"/>
                <a:cs typeface="Arial"/>
                <a:sym typeface="Arial"/>
              </a:rPr>
              <a:t>Human Population Growth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ctrTitle"/>
          </p:nvPr>
        </p:nvSpPr>
        <p:spPr>
          <a:xfrm>
            <a:off x="1947000" y="3177525"/>
            <a:ext cx="5250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2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explores the extraordinary growth of the human population, the ecological principles behind it, and the consequences for the planet and other species.</a:t>
            </a:r>
            <a:endParaRPr b="1" sz="182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90600" y="182575"/>
            <a:ext cx="82296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2"/>
                </a:solidFill>
              </a:rPr>
              <a:t>Human Population Growth as a Biological Phenomenon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Humans have experienced an unprecedented period of exponential population growth starting around 1650.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Population milestones: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1650: ~500 million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1850: 1 billion (doubled in 200 years)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1930s/40s: doubled again in 80 years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Recent doubling periods have become even shorter, with the current population exceeding 7 billion.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457200" y="195950"/>
            <a:ext cx="82296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Exponential Growth &amp; Ecological Concepts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Exponential growth means the population grows at a rate proportional to its size.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The human population growth curve resembles that of R-selected species, despite humans being more K-selected in reproductive strategy.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57200" y="195950"/>
            <a:ext cx="82296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2"/>
                </a:solidFill>
              </a:rPr>
              <a:t>R-Selected vs. K-Selected Species (R vs. K Selection Theory)</a:t>
            </a:r>
            <a:endParaRPr b="1" sz="18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R-selected species: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High reproductive rate (R = maximum growth rate)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Many offspring with low parental investment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Population size fluctuates widely, often below carrying capacity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K-selected species: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Lower reproductive rate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Few offspring with high parental investment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Population size stabilizes near carrying capacity (K)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Humans are generally K-selected (few offspring, high investment), yet population growth has followed an R-selected pattern due to external factors.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57200" y="195950"/>
            <a:ext cx="8229600" cy="5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Why Has Human Population Grown So Much?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Humans have effectively increased their carrying capacity by overcoming natural limiting factors: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Agricultural advances:</a:t>
            </a:r>
            <a:r>
              <a:rPr lang="en-GB">
                <a:solidFill>
                  <a:schemeClr val="dk1"/>
                </a:solidFill>
              </a:rPr>
              <a:t> Mechanization, domestication of plants and animals increased food production starting in the 17th century.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Medical advances:</a:t>
            </a:r>
            <a:r>
              <a:rPr lang="en-GB">
                <a:solidFill>
                  <a:schemeClr val="dk1"/>
                </a:solidFill>
              </a:rPr>
              <a:t> Germ theory, vaccinations, and improved healthcare reduced mortality rates.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Sanitation improvements:</a:t>
            </a:r>
            <a:r>
              <a:rPr lang="en-GB">
                <a:solidFill>
                  <a:schemeClr val="dk1"/>
                </a:solidFill>
              </a:rPr>
              <a:t> Sewage systems reduced disease and improved survival.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>
                <a:solidFill>
                  <a:schemeClr val="dk1"/>
                </a:solidFill>
              </a:rPr>
              <a:t>Technological adaptations:</a:t>
            </a:r>
            <a:r>
              <a:rPr lang="en-GB">
                <a:solidFill>
                  <a:schemeClr val="dk1"/>
                </a:solidFill>
              </a:rPr>
              <a:t> Heating, air conditioning, transportation expanded habitable areas globally.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These advances have allowed the carrying capacity to rise alongside population growth, creating a positive feedback loop.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195950"/>
            <a:ext cx="8229600" cy="48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Carrying Capacity and Limits</a:t>
            </a:r>
            <a:endParaRPr b="1" sz="30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Carrying capacity (K) is the maximum population size that an environment can sustain.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Estimates for Earth’s human carrying capacity vary widely (1 billion to 1 trillion), but most average around 10–15 billion.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Carrying capacity depends on resource availability (food, water, materials) and ecological footprint.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Ecological footprint varies by lifestyle and geography (e.g., Americans consume more resources than Indians; meat-eaters require more land than vegetarians).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Space and resource competition intensifies with population growth, potentially causing conflicts.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57200" y="195950"/>
            <a:ext cx="82296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800">
                <a:solidFill>
                  <a:schemeClr val="dk2"/>
                </a:solidFill>
              </a:rPr>
              <a:t>Impact on Other Species and the Environment</a:t>
            </a:r>
            <a:endParaRPr b="1" sz="28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Human expansion reduces habitat and resources for other species, contributing to a major extinction event.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Humans also compete with themselves for finite resources like oil and water.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/>
        </p:nvSpPr>
        <p:spPr>
          <a:xfrm>
            <a:off x="457200" y="195950"/>
            <a:ext cx="8229600" cy="4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Population Growth Rate Trends and Cultural Influence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Population growth rate peaked around 1962 (~2.2% per year) and has since declined to about 1.1%.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Reasons for declining growth rate include: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Increased education and career opportunities for women, especially in developed countries, leading to delayed childbirth and fewer children.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Urbanization reduces the economic incentive to have many children (children are no longer needed as farm labor).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Availability of birth control.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These factors create a negative feedback loop, slowing population growth.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/>
        </p:nvSpPr>
        <p:spPr>
          <a:xfrm>
            <a:off x="457200" y="195950"/>
            <a:ext cx="8229600" cy="3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Future Considerations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Although growth rate is slowing, the total population will continue to increase for some time.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Human population dynamics follow ecological rules but are uniquely influenced by culture and technology.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Managing population growth and resource use is critical for sustainability and biodiversity conservation.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/>
        </p:nvSpPr>
        <p:spPr>
          <a:xfrm>
            <a:off x="457200" y="195950"/>
            <a:ext cx="8229600" cy="53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Key Lessons</a:t>
            </a:r>
            <a:endParaRPr b="1" sz="24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Understand </a:t>
            </a:r>
            <a:r>
              <a:rPr b="1" lang="en-GB" sz="1100">
                <a:solidFill>
                  <a:schemeClr val="dk1"/>
                </a:solidFill>
              </a:rPr>
              <a:t>exponential growth</a:t>
            </a:r>
            <a:r>
              <a:rPr lang="en-GB" sz="1100">
                <a:solidFill>
                  <a:schemeClr val="dk1"/>
                </a:solidFill>
              </a:rPr>
              <a:t> and how it applies to populations.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Apply </a:t>
            </a:r>
            <a:r>
              <a:rPr b="1" lang="en-GB" sz="1100">
                <a:solidFill>
                  <a:schemeClr val="dk1"/>
                </a:solidFill>
              </a:rPr>
              <a:t>R vs. K Selection Theory</a:t>
            </a:r>
            <a:r>
              <a:rPr lang="en-GB" sz="1100">
                <a:solidFill>
                  <a:schemeClr val="dk1"/>
                </a:solidFill>
              </a:rPr>
              <a:t> to explain reproductive strategies: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R-selected: quantity over quality, fast growth.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K-selected: quality over quantity, stable population near carrying capacity.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Recognize that humans are K-selected but have exhibited R-selected growth due to technological and cultural changes.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Identify </a:t>
            </a:r>
            <a:r>
              <a:rPr b="1" lang="en-GB" sz="1100">
                <a:solidFill>
                  <a:schemeClr val="dk1"/>
                </a:solidFill>
              </a:rPr>
              <a:t>limiting factors</a:t>
            </a:r>
            <a:r>
              <a:rPr lang="en-GB" sz="1100">
                <a:solidFill>
                  <a:schemeClr val="dk1"/>
                </a:solidFill>
              </a:rPr>
              <a:t> (food, disease, space) and how humans have overcome them: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Agricultural mechanization and domestication.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Medical advancements (germ theory, vaccines).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Sanitation improvements.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Technology enabling habitation in diverse environments.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Understand the concept of </a:t>
            </a:r>
            <a:r>
              <a:rPr b="1" lang="en-GB" sz="1100">
                <a:solidFill>
                  <a:schemeClr val="dk1"/>
                </a:solidFill>
              </a:rPr>
              <a:t>carrying capacity</a:t>
            </a:r>
            <a:r>
              <a:rPr lang="en-GB" sz="1100">
                <a:solidFill>
                  <a:schemeClr val="dk1"/>
                </a:solidFill>
              </a:rPr>
              <a:t> and its variability based on resource consumption.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Calculate or estimate </a:t>
            </a:r>
            <a:r>
              <a:rPr b="1" lang="en-GB" sz="1100">
                <a:solidFill>
                  <a:schemeClr val="dk1"/>
                </a:solidFill>
              </a:rPr>
              <a:t>ecological footprints</a:t>
            </a:r>
            <a:r>
              <a:rPr lang="en-GB" sz="1100">
                <a:solidFill>
                  <a:schemeClr val="dk1"/>
                </a:solidFill>
              </a:rPr>
              <a:t> to assess sustainability.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Recognize the </a:t>
            </a:r>
            <a:r>
              <a:rPr b="1" lang="en-GB" sz="1100">
                <a:solidFill>
                  <a:schemeClr val="dk1"/>
                </a:solidFill>
              </a:rPr>
              <a:t>environmental impact</a:t>
            </a:r>
            <a:r>
              <a:rPr lang="en-GB" sz="1100">
                <a:solidFill>
                  <a:schemeClr val="dk1"/>
                </a:solidFill>
              </a:rPr>
              <a:t> of human population growth on biodiversity and resource depletion.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Note demographic trends: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Peak and decline of growth rates.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Influence of education, urbanization, and birth control on fertility.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Understand feedback loops in population dynamics: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Positive feedback: more people → more workers → increased carrying capacity.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Negative feedback: urban living, cost of children, birth control → fewer children → slower growth.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Appreciate the role of </a:t>
            </a:r>
            <a:r>
              <a:rPr b="1" lang="en-GB" sz="1100">
                <a:solidFill>
                  <a:schemeClr val="dk1"/>
                </a:solidFill>
              </a:rPr>
              <a:t>culture</a:t>
            </a:r>
            <a:r>
              <a:rPr lang="en-GB" sz="1100">
                <a:solidFill>
                  <a:schemeClr val="dk1"/>
                </a:solidFill>
              </a:rPr>
              <a:t> in shaping human population trends.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Emphasize the need for </a:t>
            </a:r>
            <a:r>
              <a:rPr b="1" lang="en-GB" sz="1100">
                <a:solidFill>
                  <a:schemeClr val="dk1"/>
                </a:solidFill>
              </a:rPr>
              <a:t>population management</a:t>
            </a:r>
            <a:r>
              <a:rPr lang="en-GB" sz="1100">
                <a:solidFill>
                  <a:schemeClr val="dk1"/>
                </a:solidFill>
              </a:rPr>
              <a:t> and sustainability to avoid ecological collapse.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